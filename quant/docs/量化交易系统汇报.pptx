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56DB"/>
                </a:solidFill>
              </a:defRPr>
            </a:pPr>
            <a:r>
              <a:t>量化交易系统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期货3连K策略 + A股关键点选股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一、项目概述与系统架构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二、期货3连K策略v3详解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三、A股关键点选股策略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四、回测实验结果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五、实践生产与应用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六、总结与展望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一、项目概述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构建完整的期货+A股量化交易系统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涵盖数据获取、策略研发、回测验证到实盘交易全链路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数据源: Tushare Pro API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编程语言: Python 3.13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消息通知: 飞书Webhook推送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数据层: Tushare Pro + 本地CSV存储 + 实时数据流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策略层: 期货3连K策略 + A股关键点选股策略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回测层: 历史数据回测 + 胜率统计 + 收益分析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应用层: 实时信号检测 + 交易提醒 + 监控面板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二、期货3连K策略v3 - 策略原理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核心理念: 放量K线突破 + 2根K线确认 + 第3根K线买入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Step 1 - 放量K检测: 成交量 &gt; 3倍20日均量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Step 2 - 2K确认: 等待2根K线验证趋势延续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Step 3 - 突破买入: 第3根K线突破前高时买入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风控策略: 半仓1:1止盈止损，全仓2:1止盈止损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二、期货3连K策略v3 - 主力合约筛选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筛选逻辑: 基于成交量最大的合约作为主力合约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筛选范围: 6个月内到期合约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交易所分布: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CFFEX (中金所): 21个 - IF/IC/IH/IM/T/TF/TS/TU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SHFE (上期所): 9个 - cu/al/zn/pb/ni/au/ag/rb/hc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DCE (大商所): 11个 - a/b/c/m/y/p/j/l/v/eg/pg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CZCE (郑商所): 9个 - c/cs/rm/ma/ta/zc/pf/jr/sr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INE (上能所): 3个 - sc/nr/bc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GFEX (广期所): 1个 - df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总计: 54个主力合约，91个交易标的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二、期货3连K策略v3 - 回测结果(2025.06-2025.12)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729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总交易次数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5,742笔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盈利次数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3,596笔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亏损次数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2,146笔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胜率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62.68%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总收益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+68,250元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平均每笔收益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+11.89元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二、期货3连K策略v3 - 多空对比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729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交易次数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胜率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收益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做多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3,896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+48,550元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做空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1,846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+19,700元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三、A股关键点选股 - 选股条件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核心理念: 在趋势启动点买入，等待价值回归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【买入条件】(全部满足)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近15日涨幅 &lt; 15%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当前价格距60日高点 &lt; 20%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成交量 &gt; 1.5倍20日均量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前2日中有1日成交量 &lt; 20日均量(缩量确认)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【剔除条件】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创业板(300xxx) • 科创板(688xxx)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ST股票 • 北交所 • 市值&lt;50亿元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三、A股关键点选股 - 卖点分析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【5%止盈止损策略】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止盈: 买入后涨幅达到5%，卖出锁定利润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止损: 买入后跌幅达到5%，卖出控制风险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持有: 30天后强制平仓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【卖点分析指标】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21日最大收益/回撤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30日最大收益/回撤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最佳卖点日期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止盈止损统计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DB"/>
                </a:solidFill>
              </a:defRPr>
            </a:pPr>
            <a:r>
              <a:t>三、A股关键点选股 - 回测结果(2025.06-2026.01)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72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分析股票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3,518只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有买点的股票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3,478只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买点总数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28,336个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胜率(止盈/止盈+止损)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59.6%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平均21日收益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+9.8%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中位数21日收益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+5.7%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最大单笔收益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+375.6%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三、A股关键点选股 - 收益分布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【21日收益分布】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&gt;100%: 77个 (0.3%)  █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50%~100%: 517个 (1.8%)  ██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20%~50%: 3,234个 (11.4%)  ████████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10%~20%: 5,158个 (18.2%)  ████████████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5%~10%: 6,247个 (22.0%)  ██████████████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0~5%: 9,706个 (34.3%)  ████████████████████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&lt;0%: 3,397个 (12.0%)  ████████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【最佳买点案例】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嘉美包装(002969): +375.6% (2025-12-03)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胜通能源(001331): +322.2% (2025-12-04)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合富中国(603122): +256.2% (2025-10-28)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五、实践生产 - 实时监控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【期货实时信号检测】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实时获取1分钟K线数据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自动重采样(1min/5min/15min)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检测放量K + 2K确认 + 突破买入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过滤重复信号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【A股每日选股】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每日收盘后同步数据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筛选次日潜在买点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输出近期买点(30天内)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推送今日信号股票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五、实践生产 - 输出文件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【期货输出】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futures_trades_*.csv - 逐笔交易记录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futures_backtest_summary.csv - 回测统计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【A股输出】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stock_recent_buy_points.csv - 近期买点(30天) 2,375个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stock_today_signals.csv - 今日信号 40只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stock_all_buy_points_simple.csv - 所有买点 31,568个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stock_buy_points_detailed.csv - 详细数据+卖点分析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• stock_buy_points_summary.csv - 按股票汇总统计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6DB"/>
                </a:solidFill>
              </a:defRPr>
            </a:pPr>
            <a:r>
              <a:t>六、总结与展望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【系统能力】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✅ 期货/A股数据自动同步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✅ 主力合约智能筛选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✅ 多周期K线支持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✅ 放量K线检测 + 趋势确认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✅ 止盈止损风控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✅ 历史回测验证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✅ 实时信号推送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【下一步优化】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→ 期货: 增加30min/60min周期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→ A股: 增加基本面过滤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→ 系统: 接入实盘交易API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56DB"/>
                </a:solidFill>
              </a:defRPr>
            </a:pPr>
            <a:r>
              <a:t>谢谢!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量化交易系统 v1.0 - 2026-03-05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